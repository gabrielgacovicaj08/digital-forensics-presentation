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73" r:id="rId3"/>
    <p:sldId id="262" r:id="rId4"/>
    <p:sldId id="263" r:id="rId5"/>
    <p:sldId id="264" r:id="rId6"/>
    <p:sldId id="266" r:id="rId7"/>
    <p:sldId id="267" r:id="rId8"/>
    <p:sldId id="268" r:id="rId9"/>
    <p:sldId id="269" r:id="rId10"/>
    <p:sldId id="274" r:id="rId11"/>
    <p:sldId id="270" r:id="rId12"/>
    <p:sldId id="271" r:id="rId13"/>
    <p:sldId id="272" r:id="rId14"/>
  </p:sldIdLst>
  <p:sldSz cx="9144000" cy="5143500" type="screen16x9"/>
  <p:notesSz cx="6858000" cy="9144000"/>
  <p:embeddedFontLst>
    <p:embeddedFont>
      <p:font typeface="Old Standard TT" panose="020B0604020202020204" charset="0"/>
      <p:regular r:id="rId16"/>
      <p:bold r:id="rId17"/>
      <p: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4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c46efb50a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c46efb50a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47f6433e7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47f6433e7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47f6433e7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47f6433e7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47f6433e7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947f6433e7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c46efb50a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8c46efb50a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47f6433e7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47f6433e7_1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47f6433e7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47f6433e7_1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47f6433e7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947f6433e7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47f6433e7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47f6433e7_1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c955fd57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8c955fd57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perback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ynet.com/malware/4-malware-detection-techniques-and-their-use-in-epp-and-edr/" TargetMode="External"/><Relationship Id="rId3" Type="http://schemas.openxmlformats.org/officeDocument/2006/relationships/hyperlink" Target="https://www.salvationdata.com/knowledge/malware-analysis/" TargetMode="External"/><Relationship Id="rId7" Type="http://schemas.openxmlformats.org/officeDocument/2006/relationships/hyperlink" Target="https://www.sans.org/blog/how-you-can-start-learning-malware-analysi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ortinet.com/resources/cyberglossary/malware-analysis" TargetMode="External"/><Relationship Id="rId5" Type="http://schemas.openxmlformats.org/officeDocument/2006/relationships/hyperlink" Target="https://archerhall.com/article/malware-forensics/" TargetMode="External"/><Relationship Id="rId10" Type="http://schemas.openxmlformats.org/officeDocument/2006/relationships/hyperlink" Target="https://www.malwarebytes.com/blog/threats/point-of-sale-pos" TargetMode="External"/><Relationship Id="rId4" Type="http://schemas.openxmlformats.org/officeDocument/2006/relationships/hyperlink" Target="https://westoahu.hawaii.edu/cyber/forensics-weekly-executive-summmaries/malware-reverse-engineering-for-digital-forensics/" TargetMode="External"/><Relationship Id="rId9" Type="http://schemas.openxmlformats.org/officeDocument/2006/relationships/hyperlink" Target="https://www.sentinelone.com/cybersecurity-101/threat-intelligence/what-is-malware-detecti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Malware Forensics</a:t>
            </a:r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Gabriel Gacovicaj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50888-2A59-44F1-61BA-EEB50004B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39DA1-86C8-0995-F521-8A6F5CF90A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Cybersecurity incidents have grown in both complexity and frequency, requiring forensic analysts to use increasingly sophisticated methods to understand how attacks occur. </a:t>
            </a:r>
          </a:p>
          <a:p>
            <a:pPr>
              <a:buFontTx/>
              <a:buChar char="-"/>
            </a:pPr>
            <a:r>
              <a:rPr lang="en-US" dirty="0"/>
              <a:t>Reverse Engineering</a:t>
            </a:r>
          </a:p>
          <a:p>
            <a:pPr>
              <a:buFontTx/>
              <a:buChar char="-"/>
            </a:pPr>
            <a:r>
              <a:rPr lang="en-US" dirty="0"/>
              <a:t>Memory Forensics </a:t>
            </a:r>
          </a:p>
        </p:txBody>
      </p:sp>
    </p:spTree>
    <p:extLst>
      <p:ext uri="{BB962C8B-B14F-4D97-AF65-F5344CB8AC3E}">
        <p14:creationId xmlns:p14="http://schemas.microsoft.com/office/powerpoint/2010/main" val="2442025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Reverse Engineering</a:t>
            </a:r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The process of deconstructing a product, system, or software. This technique is widely used to reproduce, improve, or analyze the original creation without access to the original design documents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Techniques: 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Decompilation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Disassembly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Binary Analysis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Chip Decapsulation </a:t>
            </a:r>
            <a:endParaRPr/>
          </a:p>
        </p:txBody>
      </p:sp>
      <p:pic>
        <p:nvPicPr>
          <p:cNvPr id="101" name="Google Shape;101;p19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4205" y="2109250"/>
            <a:ext cx="4190925" cy="21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Decompilation</a:t>
            </a:r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Translating executable code back into high-level programming language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 dirty="0"/>
              <a:t>easier to understand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dirty="0"/>
              <a:t>overview on the logic and functionality of the software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dirty="0"/>
              <a:t>decompiled code may not be the same as original code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dirty="0"/>
              <a:t>tools: Ghida, IDAPro, OllyDbg, NinjaBinary</a:t>
            </a:r>
            <a:endParaRPr dirty="0"/>
          </a:p>
        </p:txBody>
      </p:sp>
      <p:pic>
        <p:nvPicPr>
          <p:cNvPr id="108" name="Google Shape;108;p20" title="Screenshot 2025-10-14 1345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6025" y="3105338"/>
            <a:ext cx="5410200" cy="172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Example of Decompilation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4" name="Google Shape;114;p21" title="Screenshot 2025-10-14 1350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650" y="1826709"/>
            <a:ext cx="293370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 title="Screenshot 2025-10-14 1350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9038" y="1933575"/>
            <a:ext cx="2085975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1" title="Screenshot 2025-10-14 13505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2950" y="1957388"/>
            <a:ext cx="2419350" cy="1343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" name="Google Shape;117;p21"/>
          <p:cNvCxnSpPr>
            <a:stCxn id="114" idx="3"/>
            <a:endCxn id="115" idx="1"/>
          </p:cNvCxnSpPr>
          <p:nvPr/>
        </p:nvCxnSpPr>
        <p:spPr>
          <a:xfrm>
            <a:off x="3146350" y="2636334"/>
            <a:ext cx="472688" cy="4971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8" name="Google Shape;118;p21"/>
          <p:cNvCxnSpPr>
            <a:stCxn id="115" idx="3"/>
            <a:endCxn id="116" idx="1"/>
          </p:cNvCxnSpPr>
          <p:nvPr/>
        </p:nvCxnSpPr>
        <p:spPr>
          <a:xfrm rot="10800000" flipH="1">
            <a:off x="5705013" y="2629050"/>
            <a:ext cx="708000" cy="5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9" name="Google Shape;119;p21"/>
          <p:cNvSpPr txBox="1"/>
          <p:nvPr/>
        </p:nvSpPr>
        <p:spPr>
          <a:xfrm>
            <a:off x="591550" y="1396625"/>
            <a:ext cx="25548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Machine Code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0" name="Google Shape;120;p21"/>
          <p:cNvSpPr txBox="1"/>
          <p:nvPr/>
        </p:nvSpPr>
        <p:spPr>
          <a:xfrm>
            <a:off x="3529050" y="1400200"/>
            <a:ext cx="20859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Assembly Code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1" name="Google Shape;121;p21"/>
          <p:cNvSpPr txBox="1"/>
          <p:nvPr/>
        </p:nvSpPr>
        <p:spPr>
          <a:xfrm>
            <a:off x="6542175" y="1346263"/>
            <a:ext cx="2160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 code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Challenging of Reverse Engineering</a:t>
            </a:r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dirty="0"/>
              <a:t>modern systems often feature intricate architectures, sophisticated algorithms, and extensive codebases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dirty="0"/>
              <a:t>developers use obfuscation techniques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dirty="0"/>
              <a:t>legal issues can arise during reverse engineering (IP laws)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dirty="0"/>
              <a:t>the legality of reverse engineering varies by jurisdiction.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dirty="0"/>
              <a:t>while it can be used for legitimate purposes such as security research, it can also be used for malicious purposes such as software piracy, and unauthorized duplication. 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Memory Forensics</a:t>
            </a:r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50"/>
              <a:t>When looking for malware in a breached computer, it can reside in many different places. Traditionally, malware would be stored and saved in a file somewhere in the hard disk of the computer. But what if malware is injected into the memory of the computer?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550"/>
              <a:t>Volatile memory forensics focuses on analyzing data stored in a computer's RAM</a:t>
            </a:r>
            <a:endParaRPr sz="2550"/>
          </a:p>
          <a:p>
            <a:pPr marL="457200" lvl="0" indent="-341947" algn="l" rtl="0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s" sz="2550"/>
              <a:t>the most valuable digital evidence doesn’t live on the disk — it lives in memory</a:t>
            </a:r>
            <a:endParaRPr sz="2550"/>
          </a:p>
          <a:p>
            <a:pPr marL="457200" lvl="0" indent="-341947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s" sz="2550"/>
              <a:t>volatile memory forensics is the process of acquiring and analyzing the contents of a system’s RAM</a:t>
            </a:r>
            <a:endParaRPr sz="255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Disk Forensics vs Memory Forensics</a:t>
            </a:r>
            <a:endParaRPr/>
          </a:p>
        </p:txBody>
      </p:sp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Disk forensics is about what has happened - Memory forensics, instead, tells us what is happening right now. It’s like catching a criminal in the act instead of just finding the fingerprints later.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Fileless Malware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6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Fileless malware is malicious code that works directly within a computer’s memory instead of the hard drive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Memory code injection: the malicious code that powers fileless malware gets hidden inside the memory of otherwise innocent applications. Often, the programs used for this kind of attack are essential to important processes.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Windows registry manipulation: the attacker uses a malicious link or file that takes advantage of a trusted Windows process. After a user clicks on the link, for example, the Windows process is then used to write and execute fileless code into the registry.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ED78-9A8E-0FAB-A6CD-15CE30302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09C39-0AF7-6BFC-884A-AC6E28464D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4CF72AC1-C5E4-F8AE-C2F7-4ED9C62CE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604" y="1332277"/>
            <a:ext cx="6828792" cy="2478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323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Strategies </a:t>
            </a:r>
            <a:endParaRPr/>
          </a:p>
        </p:txBody>
      </p:sp>
      <p:sp>
        <p:nvSpPr>
          <p:cNvPr id="157" name="Google Shape;157;p27"/>
          <p:cNvSpPr txBox="1">
            <a:spLocks noGrp="1"/>
          </p:cNvSpPr>
          <p:nvPr>
            <p:ph type="body" idx="1"/>
          </p:nvPr>
        </p:nvSpPr>
        <p:spPr>
          <a:xfrm>
            <a:off x="311700" y="933707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dirty="0"/>
              <a:t>Acquisition: process of capturing the contents of RAM before the system loses power. common tools used are FTK Imager, DumpIt, LiME, and WinPmem.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dirty="0"/>
              <a:t>Analysis: analyze the picture of the memory. running processes, network session. tools used are Volatility and Rekall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4001E6-80E2-CF45-C11F-1C52C3BDA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5028" y="2348726"/>
            <a:ext cx="4246163" cy="25407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Challenges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8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the volatile nature of memory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the volume of data is enormous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legal and ethical issues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References</a:t>
            </a:r>
            <a:endParaRPr/>
          </a:p>
        </p:txBody>
      </p:sp>
      <p:sp>
        <p:nvSpPr>
          <p:cNvPr id="169" name="Google Shape;169;p29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Times New Roman"/>
                <a:ea typeface="Times New Roman"/>
                <a:cs typeface="Times New Roman"/>
                <a:sym typeface="Times New Roman"/>
              </a:rPr>
              <a:t>[1] </a:t>
            </a:r>
            <a:r>
              <a:rPr lang="es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https://www.salvationdata.com/knowledge/malware-analysis/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Times New Roman"/>
                <a:ea typeface="Times New Roman"/>
                <a:cs typeface="Times New Roman"/>
                <a:sym typeface="Times New Roman"/>
              </a:rPr>
              <a:t>[2] </a:t>
            </a:r>
            <a:r>
              <a:rPr lang="es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https://westoahu.hawaii.edu/cyber/forensics-weekly-executive-summmaries/malware-reverse-engineering-for-digital-forensics/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Times New Roman"/>
                <a:ea typeface="Times New Roman"/>
                <a:cs typeface="Times New Roman"/>
                <a:sym typeface="Times New Roman"/>
              </a:rPr>
              <a:t>[3] </a:t>
            </a:r>
            <a:r>
              <a:rPr lang="es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https://archerhall.com/article/malware-forensics/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Times New Roman"/>
                <a:ea typeface="Times New Roman"/>
                <a:cs typeface="Times New Roman"/>
                <a:sym typeface="Times New Roman"/>
              </a:rPr>
              <a:t>[4] </a:t>
            </a:r>
            <a:r>
              <a:rPr lang="es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https://www.fortinet.com/resources/cyberglossary/malware-analysis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Times New Roman"/>
                <a:ea typeface="Times New Roman"/>
                <a:cs typeface="Times New Roman"/>
                <a:sym typeface="Times New Roman"/>
              </a:rPr>
              <a:t>[5]</a:t>
            </a:r>
            <a:r>
              <a:rPr lang="es" sz="11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 </a:t>
            </a:r>
            <a:r>
              <a:rPr lang="es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https://www.sans.org/blog/how-you-can-start-learning-malware-analysis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Times New Roman"/>
                <a:ea typeface="Times New Roman"/>
                <a:cs typeface="Times New Roman"/>
                <a:sym typeface="Times New Roman"/>
              </a:rPr>
              <a:t>[6] </a:t>
            </a:r>
            <a:r>
              <a:rPr lang="es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/>
              </a:rPr>
              <a:t>https://www.cynet.com/malware/4-malware-detection-techniques-and-their-use-in-epp-and-edr/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Times New Roman"/>
                <a:ea typeface="Times New Roman"/>
                <a:cs typeface="Times New Roman"/>
                <a:sym typeface="Times New Roman"/>
              </a:rPr>
              <a:t>[7] </a:t>
            </a:r>
            <a:r>
              <a:rPr lang="es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9"/>
              </a:rPr>
              <a:t>https://www.sentinelone.com/cybersecurity-101/threat-intelligence/what-is-malware-detection/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Times New Roman"/>
                <a:ea typeface="Times New Roman"/>
                <a:cs typeface="Times New Roman"/>
                <a:sym typeface="Times New Roman"/>
              </a:rPr>
              <a:t>[8] </a:t>
            </a:r>
            <a:r>
              <a:rPr lang="e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https://www.malwarebytes.com/blog/threats/point-of-sale-pos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629</Words>
  <Application>Microsoft Office PowerPoint</Application>
  <PresentationFormat>On-screen Show (16:9)</PresentationFormat>
  <Paragraphs>56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Old Standard TT</vt:lpstr>
      <vt:lpstr>Times New Roman</vt:lpstr>
      <vt:lpstr>Paperback</vt:lpstr>
      <vt:lpstr>Malware Forensics</vt:lpstr>
      <vt:lpstr>Introduction</vt:lpstr>
      <vt:lpstr>Reverse Engineering</vt:lpstr>
      <vt:lpstr>Decompilation</vt:lpstr>
      <vt:lpstr>Example of Decompilation </vt:lpstr>
      <vt:lpstr>Challenging of Reverse Engineering</vt:lpstr>
      <vt:lpstr>Memory Forensics</vt:lpstr>
      <vt:lpstr>Disk Forensics vs Memory Forensics</vt:lpstr>
      <vt:lpstr>Fileless Malware  </vt:lpstr>
      <vt:lpstr>PowerPoint Presentation</vt:lpstr>
      <vt:lpstr>Strategies </vt:lpstr>
      <vt:lpstr>Challenges 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gabriel gacovicaj</cp:lastModifiedBy>
  <cp:revision>2</cp:revision>
  <dcterms:modified xsi:type="dcterms:W3CDTF">2025-12-10T00:15:36Z</dcterms:modified>
</cp:coreProperties>
</file>